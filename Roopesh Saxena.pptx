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4118" r:id="rId4"/>
  </p:sldMasterIdLst>
  <p:notesMasterIdLst>
    <p:notesMasterId r:id="rId6"/>
  </p:notesMasterIdLst>
  <p:handoutMasterIdLst>
    <p:handoutMasterId r:id="rId7"/>
  </p:handoutMasterIdLst>
  <p:sldIdLst>
    <p:sldId id="2147483053" r:id="rId5"/>
  </p:sldIdLst>
  <p:sldSz cx="12192000" cy="6858000"/>
  <p:notesSz cx="6797675" cy="9926638"/>
  <p:embeddedFontLst>
    <p:embeddedFont>
      <p:font typeface="Ubuntu" panose="020B0504030602030204" pitchFamily="34" charset="0"/>
      <p:regular r:id="rId8"/>
      <p:bold r:id="rId9"/>
      <p:italic r:id="rId10"/>
      <p:boldItalic r:id="rId11"/>
    </p:embeddedFont>
    <p:embeddedFont>
      <p:font typeface="Ubuntu Medium" panose="020B0604030602030204" pitchFamily="34" charset="0"/>
      <p:regular r:id="rId12"/>
      <p:italic r:id="rId13"/>
    </p:embeddedFont>
    <p:embeddedFont>
      <p:font typeface="Verdana" panose="020B0604030504040204" pitchFamily="34" charset="0"/>
      <p:regular r:id="rId14"/>
      <p:bold r:id="rId15"/>
      <p:italic r:id="rId16"/>
      <p:boldItalic r:id="rId17"/>
    </p:embeddedFont>
  </p:embeddedFontLst>
  <p:custDataLst>
    <p:tags r:id="rId18"/>
  </p:custDataLst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0" orient="horz" pos="2886" userDrawn="1">
          <p15:clr>
            <a:srgbClr val="A4A3A4"/>
          </p15:clr>
        </p15:guide>
        <p15:guide id="19" pos="5609" userDrawn="1">
          <p15:clr>
            <a:srgbClr val="A4A3A4"/>
          </p15:clr>
        </p15:guide>
        <p15:guide id="20" pos="20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DF0FB"/>
    <a:srgbClr val="FFFFFF"/>
    <a:srgbClr val="14596B"/>
    <a:srgbClr val="616585"/>
    <a:srgbClr val="F6F6F6"/>
    <a:srgbClr val="005482"/>
    <a:srgbClr val="272936"/>
    <a:srgbClr val="003857"/>
    <a:srgbClr val="E6E6E6"/>
    <a:srgbClr val="00C3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35578C-5118-4639-9A1F-1C0AB52C31B0}" v="1" dt="2026-03-10T21:19:27.0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886"/>
        <p:guide pos="5609"/>
        <p:guide pos="207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anam, Dinesh" userId="e406fa71-3dc5-4fb0-b55f-1f6b0d41b607" providerId="ADAL" clId="{F96868FC-317E-4085-B4E1-93093D27A781}"/>
    <pc:docChg chg="custSel modSld modMainMaster">
      <pc:chgData name="Karanam, Dinesh" userId="e406fa71-3dc5-4fb0-b55f-1f6b0d41b607" providerId="ADAL" clId="{F96868FC-317E-4085-B4E1-93093D27A781}" dt="2026-03-16T20:30:01.991" v="84" actId="20577"/>
      <pc:docMkLst>
        <pc:docMk/>
      </pc:docMkLst>
      <pc:sldChg chg="delSp modSp mod">
        <pc:chgData name="Karanam, Dinesh" userId="e406fa71-3dc5-4fb0-b55f-1f6b0d41b607" providerId="ADAL" clId="{F96868FC-317E-4085-B4E1-93093D27A781}" dt="2026-03-16T20:30:01.991" v="84" actId="20577"/>
        <pc:sldMkLst>
          <pc:docMk/>
          <pc:sldMk cId="1429329919" sldId="2147483053"/>
        </pc:sldMkLst>
        <pc:spChg chg="mod">
          <ac:chgData name="Karanam, Dinesh" userId="e406fa71-3dc5-4fb0-b55f-1f6b0d41b607" providerId="ADAL" clId="{F96868FC-317E-4085-B4E1-93093D27A781}" dt="2026-03-16T20:30:01.991" v="84" actId="20577"/>
          <ac:spMkLst>
            <pc:docMk/>
            <pc:sldMk cId="1429329919" sldId="2147483053"/>
            <ac:spMk id="5" creationId="{80C918F0-DCD8-6146-4817-E8242EECA519}"/>
          </ac:spMkLst>
        </pc:spChg>
        <pc:spChg chg="mod">
          <ac:chgData name="Karanam, Dinesh" userId="e406fa71-3dc5-4fb0-b55f-1f6b0d41b607" providerId="ADAL" clId="{F96868FC-317E-4085-B4E1-93093D27A781}" dt="2026-03-10T21:15:32.616" v="48" actId="20577"/>
          <ac:spMkLst>
            <pc:docMk/>
            <pc:sldMk cId="1429329919" sldId="2147483053"/>
            <ac:spMk id="20" creationId="{ED1E98D4-8C1F-1671-884D-1C721EE2790C}"/>
          </ac:spMkLst>
        </pc:spChg>
        <pc:spChg chg="mod">
          <ac:chgData name="Karanam, Dinesh" userId="e406fa71-3dc5-4fb0-b55f-1f6b0d41b607" providerId="ADAL" clId="{F96868FC-317E-4085-B4E1-93093D27A781}" dt="2026-03-10T21:15:39.946" v="59" actId="20577"/>
          <ac:spMkLst>
            <pc:docMk/>
            <pc:sldMk cId="1429329919" sldId="2147483053"/>
            <ac:spMk id="29" creationId="{7357DA5D-4302-5D9C-07AD-2A16221EF380}"/>
          </ac:spMkLst>
        </pc:spChg>
        <pc:spChg chg="mod">
          <ac:chgData name="Karanam, Dinesh" userId="e406fa71-3dc5-4fb0-b55f-1f6b0d41b607" providerId="ADAL" clId="{F96868FC-317E-4085-B4E1-93093D27A781}" dt="2026-03-10T21:16:06.114" v="62" actId="20577"/>
          <ac:spMkLst>
            <pc:docMk/>
            <pc:sldMk cId="1429329919" sldId="2147483053"/>
            <ac:spMk id="33" creationId="{29F825B9-4EC3-54E2-33B9-B3CCE5A88FD8}"/>
          </ac:spMkLst>
        </pc:spChg>
        <pc:picChg chg="mod">
          <ac:chgData name="Karanam, Dinesh" userId="e406fa71-3dc5-4fb0-b55f-1f6b0d41b607" providerId="ADAL" clId="{F96868FC-317E-4085-B4E1-93093D27A781}" dt="2026-03-10T21:19:27.034" v="63" actId="14826"/>
          <ac:picMkLst>
            <pc:docMk/>
            <pc:sldMk cId="1429329919" sldId="2147483053"/>
            <ac:picMk id="39" creationId="{EAE949F8-DFE5-0EB3-4DED-670EA97C73C9}"/>
          </ac:picMkLst>
        </pc:picChg>
      </pc:sldChg>
      <pc:sldMasterChg chg="delSp mod">
        <pc:chgData name="Karanam, Dinesh" userId="e406fa71-3dc5-4fb0-b55f-1f6b0d41b607" providerId="ADAL" clId="{F96868FC-317E-4085-B4E1-93093D27A781}" dt="2026-03-10T21:20:18.675" v="66" actId="478"/>
        <pc:sldMasterMkLst>
          <pc:docMk/>
          <pc:sldMasterMk cId="2719133398" sldId="2147484118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8B6225-3E94-4525-8747-A8CEEE07C4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18" tIns="45708" rIns="91418" bIns="45708" rtlCol="0"/>
          <a:lstStyle>
            <a:lvl1pPr algn="l">
              <a:defRPr sz="1200"/>
            </a:lvl1pPr>
          </a:lstStyle>
          <a:p>
            <a:endParaRPr lang="pt-PT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E33FD8-B984-44FE-83F0-5C989EE62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18" tIns="45708" rIns="91418" bIns="45708" rtlCol="0"/>
          <a:lstStyle>
            <a:lvl1pPr algn="r">
              <a:defRPr sz="1200"/>
            </a:lvl1pPr>
          </a:lstStyle>
          <a:p>
            <a:fld id="{86C988DC-9DE3-4390-97AB-D61B85DACE57}" type="datetimeFigureOut">
              <a:rPr lang="pt-PT" sz="900"/>
              <a:pPr/>
              <a:t>09/06/2026</a:t>
            </a:fld>
            <a:endParaRPr lang="pt-PT" sz="9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D1E4F-EFF7-4551-A0B7-35D2A74F4F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6"/>
            <a:ext cx="2945659" cy="498055"/>
          </a:xfrm>
          <a:prstGeom prst="rect">
            <a:avLst/>
          </a:prstGeom>
        </p:spPr>
        <p:txBody>
          <a:bodyPr vert="horz" lIns="91418" tIns="45708" rIns="91418" bIns="45708" rtlCol="0" anchor="b"/>
          <a:lstStyle>
            <a:lvl1pPr algn="l">
              <a:defRPr sz="1200"/>
            </a:lvl1pPr>
          </a:lstStyle>
          <a:p>
            <a:endParaRPr lang="pt-PT" sz="9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3F35C8-35E9-48DD-971F-B2366CC5B7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6"/>
            <a:ext cx="2945659" cy="498055"/>
          </a:xfrm>
          <a:prstGeom prst="rect">
            <a:avLst/>
          </a:prstGeom>
        </p:spPr>
        <p:txBody>
          <a:bodyPr vert="horz" lIns="91418" tIns="45708" rIns="91418" bIns="45708" rtlCol="0" anchor="b"/>
          <a:lstStyle>
            <a:lvl1pPr algn="r">
              <a:defRPr sz="1200"/>
            </a:lvl1pPr>
          </a:lstStyle>
          <a:p>
            <a:fld id="{2F190BF9-40D8-49B5-87EF-599BB2C7EE93}" type="slidenum">
              <a:rPr lang="pt-PT" sz="900"/>
              <a:pPr/>
              <a:t>‹#›</a:t>
            </a:fld>
            <a:endParaRPr lang="pt-PT" sz="900"/>
          </a:p>
        </p:txBody>
      </p:sp>
    </p:spTree>
    <p:extLst>
      <p:ext uri="{BB962C8B-B14F-4D97-AF65-F5344CB8AC3E}">
        <p14:creationId xmlns:p14="http://schemas.microsoft.com/office/powerpoint/2010/main" val="360930761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18" tIns="45708" rIns="91418" bIns="45708" rtlCol="0"/>
          <a:lstStyle>
            <a:lvl1pPr algn="l">
              <a:defRPr sz="900"/>
            </a:lvl1pPr>
          </a:lstStyle>
          <a:p>
            <a:endParaRPr lang="pt-BR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18" tIns="45708" rIns="91418" bIns="45708" rtlCol="0"/>
          <a:lstStyle>
            <a:lvl1pPr algn="r">
              <a:defRPr sz="900"/>
            </a:lvl1pPr>
          </a:lstStyle>
          <a:p>
            <a:fld id="{0835B8F7-DAC4-4931-8AED-4356A8B2FD64}" type="datetimeFigureOut">
              <a:rPr lang="pt-BR" smtClean="0"/>
              <a:pPr/>
              <a:t>09/06/2026</a:t>
            </a:fld>
            <a:endParaRPr lang="pt-BR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8" tIns="45708" rIns="91418" bIns="45708" rtlCol="0" anchor="ctr"/>
          <a:lstStyle/>
          <a:p>
            <a:endParaRPr lang="pt-BR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18" tIns="45708" rIns="91418" bIns="45708" rtlCol="0"/>
          <a:lstStyle/>
          <a:p>
            <a:pPr lvl="0"/>
            <a:r>
              <a:rPr lang="pt-PT"/>
              <a:t>Insert comments</a:t>
            </a:r>
            <a:endParaRPr lang="pt-BR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9428586"/>
            <a:ext cx="2945659" cy="498055"/>
          </a:xfrm>
          <a:prstGeom prst="rect">
            <a:avLst/>
          </a:prstGeom>
        </p:spPr>
        <p:txBody>
          <a:bodyPr vert="horz" lIns="91418" tIns="45708" rIns="91418" bIns="45708" rtlCol="0" anchor="b"/>
          <a:lstStyle>
            <a:lvl1pPr algn="l">
              <a:defRPr sz="900"/>
            </a:lvl1pPr>
          </a:lstStyle>
          <a:p>
            <a:endParaRPr lang="pt-BR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50443" y="9428586"/>
            <a:ext cx="2945659" cy="498055"/>
          </a:xfrm>
          <a:prstGeom prst="rect">
            <a:avLst/>
          </a:prstGeom>
        </p:spPr>
        <p:txBody>
          <a:bodyPr vert="horz" lIns="91418" tIns="45708" rIns="91418" bIns="45708" rtlCol="0" anchor="b"/>
          <a:lstStyle>
            <a:lvl1pPr algn="r">
              <a:defRPr sz="900"/>
            </a:lvl1pPr>
          </a:lstStyle>
          <a:p>
            <a:fld id="{C0696B5C-12A0-4042-B4D0-BD3B9A4F58C6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5338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CE45-A6FC-9CE9-F8CD-BA044CFE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7025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ID" hidden="1">
            <a:extLst>
              <a:ext uri="{FF2B5EF4-FFF2-40B4-BE49-F238E27FC236}">
                <a16:creationId xmlns:a16="http://schemas.microsoft.com/office/drawing/2014/main" id="{A27D0679-8D96-1186-A961-BDC17B525A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971" y="388938"/>
            <a:ext cx="11369040" cy="6067248"/>
          </a:xfrm>
          <a:prstGeom prst="rect">
            <a:avLst/>
          </a:prstGeom>
        </p:spPr>
      </p:pic>
      <p:sp>
        <p:nvSpPr>
          <p:cNvPr id="4" name="Text Placeholder 1"/>
          <p:cNvSpPr>
            <a:spLocks noGrp="1"/>
          </p:cNvSpPr>
          <p:nvPr>
            <p:ph type="body" idx="1"/>
          </p:nvPr>
        </p:nvSpPr>
        <p:spPr>
          <a:xfrm>
            <a:off x="407988" y="1628800"/>
            <a:ext cx="11369040" cy="48290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Enter </a:t>
            </a:r>
            <a:r>
              <a:rPr lang="fr-FR" err="1"/>
              <a:t>your</a:t>
            </a:r>
            <a:r>
              <a:rPr lang="fr-FR"/>
              <a:t> contents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en-US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D28F27D4-FFE2-4FAB-BA1B-9D013846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20" name="Stickerbox" hidden="1">
            <a:extLst>
              <a:ext uri="{FF2B5EF4-FFF2-40B4-BE49-F238E27FC236}">
                <a16:creationId xmlns:a16="http://schemas.microsoft.com/office/drawing/2014/main" id="{D03A9799-ACDC-4925-8EE1-5C65CCCBD0F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0979205" y="1068490"/>
            <a:ext cx="804808" cy="402775"/>
          </a:xfrm>
          <a:prstGeom prst="rect">
            <a:avLst/>
          </a:prstGeom>
          <a:solidFill>
            <a:schemeClr val="accent2"/>
          </a:solidFill>
          <a:ln w="10795">
            <a:noFill/>
            <a:round/>
            <a:headEnd/>
            <a:tailEnd/>
          </a:ln>
          <a:effectLst/>
        </p:spPr>
        <p:txBody>
          <a:bodyPr vert="horz" wrap="none" lIns="108000" tIns="108000" rIns="108000" bIns="1080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0" normalizeH="0" baseline="0" noProof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Sticker</a:t>
            </a:r>
          </a:p>
        </p:txBody>
      </p:sp>
      <p:sp>
        <p:nvSpPr>
          <p:cNvPr id="22" name="CapgeminiBox" hidden="1">
            <a:extLst>
              <a:ext uri="{FF2B5EF4-FFF2-40B4-BE49-F238E27FC236}">
                <a16:creationId xmlns:a16="http://schemas.microsoft.com/office/drawing/2014/main" id="{7C293A1E-B461-4AFE-976D-6EE38B2AFEB4}"/>
              </a:ext>
            </a:extLst>
          </p:cNvPr>
          <p:cNvSpPr txBox="1">
            <a:spLocks/>
          </p:cNvSpPr>
          <p:nvPr userDrawn="1"/>
        </p:nvSpPr>
        <p:spPr>
          <a:xfrm>
            <a:off x="9592" y="0"/>
            <a:ext cx="1837661" cy="260350"/>
          </a:xfrm>
          <a:prstGeom prst="rect">
            <a:avLst/>
          </a:prstGeom>
        </p:spPr>
        <p:txBody>
          <a:bodyPr vert="horz" lIns="0" tIns="0" rIns="1800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Capgemini v10.0</a:t>
            </a:r>
          </a:p>
        </p:txBody>
      </p:sp>
      <p:sp>
        <p:nvSpPr>
          <p:cNvPr id="29" name="FootnoteAndSource" hidden="1">
            <a:extLst>
              <a:ext uri="{FF2B5EF4-FFF2-40B4-BE49-F238E27FC236}">
                <a16:creationId xmlns:a16="http://schemas.microsoft.com/office/drawing/2014/main" id="{96E9BC24-418C-4CE4-8E81-3AF9AB04DEAA}"/>
              </a:ext>
            </a:extLst>
          </p:cNvPr>
          <p:cNvSpPr txBox="1"/>
          <p:nvPr userDrawn="1"/>
        </p:nvSpPr>
        <p:spPr>
          <a:xfrm>
            <a:off x="398738" y="6304130"/>
            <a:ext cx="11340000" cy="162096"/>
          </a:xfrm>
          <a:prstGeom prst="rect">
            <a:avLst/>
          </a:prstGeom>
          <a:noFill/>
        </p:spPr>
        <p:txBody>
          <a:bodyPr vert="horz" wrap="square" lIns="0" tIns="25400" rIns="0" bIns="25400" rtlCol="0" anchor="b" anchorCtr="0">
            <a:spAutoFit/>
          </a:bodyPr>
          <a:lstStyle>
            <a:defPPr>
              <a:defRPr lang="pt-PT"/>
            </a:defPPr>
            <a:lvl1pPr marL="429768" indent="-429768">
              <a:lnSpc>
                <a:spcPct val="90000"/>
              </a:lnSpc>
              <a:tabLst>
                <a:tab pos="347472" algn="r"/>
              </a:tabLst>
              <a:defRPr sz="800"/>
            </a:lvl1pPr>
          </a:lstStyle>
          <a:p>
            <a:pPr marL="429768" indent="-429768" defTabSz="914400">
              <a:lnSpc>
                <a:spcPct val="90000"/>
              </a:lnSpc>
              <a:tabLst>
                <a:tab pos="347472" algn="r"/>
              </a:tabLst>
            </a:pPr>
            <a:r>
              <a:rPr lang="de-DE" sz="800"/>
              <a:t>	Source:	Source Text</a:t>
            </a:r>
          </a:p>
        </p:txBody>
      </p:sp>
    </p:spTree>
    <p:extLst>
      <p:ext uri="{BB962C8B-B14F-4D97-AF65-F5344CB8AC3E}">
        <p14:creationId xmlns:p14="http://schemas.microsoft.com/office/powerpoint/2010/main" val="2719133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7" r:id="rId1"/>
  </p:sldLayoutIdLst>
  <p:hf sldNum="0" hdr="0" ftr="0" dt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2800" b="0" i="0" u="none" strike="noStrike" kern="1200" cap="none" spc="0" normalizeH="0" baseline="0" noProof="0" dirty="0">
          <a:ln>
            <a:noFill/>
          </a:ln>
          <a:solidFill>
            <a:schemeClr val="tx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Verdana" panose="020B0604030504040204" pitchFamily="34" charset="0"/>
        <a:buChar char="‒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0975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8" orient="horz" pos="663" userDrawn="1">
          <p15:clr>
            <a:srgbClr val="F26B43"/>
          </p15:clr>
        </p15:guide>
        <p15:guide id="19" orient="horz" pos="4320" userDrawn="1">
          <p15:clr>
            <a:srgbClr val="F26B43"/>
          </p15:clr>
        </p15:guide>
        <p15:guide id="20" pos="257" userDrawn="1">
          <p15:clr>
            <a:srgbClr val="F26B43"/>
          </p15:clr>
        </p15:guide>
        <p15:guide id="21" pos="3840">
          <p15:clr>
            <a:srgbClr val="F26B43"/>
          </p15:clr>
        </p15:guide>
        <p15:guide id="22" pos="7423" userDrawn="1">
          <p15:clr>
            <a:srgbClr val="F26B43"/>
          </p15:clr>
        </p15:guide>
        <p15:guide id="23" orient="horz" pos="164" userDrawn="1">
          <p15:clr>
            <a:srgbClr val="F26B43"/>
          </p15:clr>
        </p15:guide>
        <p15:guide id="24" orient="horz" pos="1026">
          <p15:clr>
            <a:srgbClr val="F26B43"/>
          </p15:clr>
        </p15:guide>
        <p15:guide id="26" orient="horz" pos="4065" userDrawn="1">
          <p15:clr>
            <a:srgbClr val="F26B43"/>
          </p15:clr>
        </p15:guide>
        <p15:guide id="27" orient="horz" pos="89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BFC56-A53D-AB1F-1A25-519AAF225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0C918F0-DCD8-6146-4817-E8242EECA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01" y="260350"/>
            <a:ext cx="11008413" cy="792163"/>
          </a:xfrm>
        </p:spPr>
        <p:txBody>
          <a:bodyPr anchor="t"/>
          <a:lstStyle/>
          <a:p>
            <a:r>
              <a:rPr lang="en-US" dirty="0"/>
              <a:t>Roopesh Saxena | Technical Architect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714CD-3D79-CD7A-491F-F909C658584E}"/>
              </a:ext>
            </a:extLst>
          </p:cNvPr>
          <p:cNvSpPr/>
          <p:nvPr/>
        </p:nvSpPr>
        <p:spPr>
          <a:xfrm>
            <a:off x="0" y="1052513"/>
            <a:ext cx="3012414" cy="540067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1E98D4-8C1F-1671-884D-1C721EE2790C}"/>
              </a:ext>
            </a:extLst>
          </p:cNvPr>
          <p:cNvSpPr txBox="1"/>
          <p:nvPr/>
        </p:nvSpPr>
        <p:spPr>
          <a:xfrm>
            <a:off x="202407" y="1156557"/>
            <a:ext cx="2607601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Roopesh Saxena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2DC22B-BFE1-8E2C-FE0E-ABACDFE4911C}"/>
              </a:ext>
            </a:extLst>
          </p:cNvPr>
          <p:cNvSpPr txBox="1"/>
          <p:nvPr/>
        </p:nvSpPr>
        <p:spPr>
          <a:xfrm>
            <a:off x="7097730" y="1065450"/>
            <a:ext cx="76821" cy="29686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F091F-47A3-34B9-29E7-5C63BA7E2BD4}"/>
              </a:ext>
            </a:extLst>
          </p:cNvPr>
          <p:cNvSpPr txBox="1"/>
          <p:nvPr/>
        </p:nvSpPr>
        <p:spPr>
          <a:xfrm>
            <a:off x="3196214" y="1065450"/>
            <a:ext cx="3658279" cy="29686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Profile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175F59-CBDB-41D5-2E90-E1B8C18F9834}"/>
              </a:ext>
            </a:extLst>
          </p:cNvPr>
          <p:cNvSpPr txBox="1"/>
          <p:nvPr/>
        </p:nvSpPr>
        <p:spPr>
          <a:xfrm>
            <a:off x="3098133" y="1065450"/>
            <a:ext cx="65150" cy="29686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C15D0F-B99E-CF70-3763-3BEBFDE34CAD}"/>
              </a:ext>
            </a:extLst>
          </p:cNvPr>
          <p:cNvSpPr txBox="1"/>
          <p:nvPr/>
        </p:nvSpPr>
        <p:spPr>
          <a:xfrm>
            <a:off x="200531" y="3205783"/>
            <a:ext cx="2607601" cy="297887"/>
          </a:xfrm>
          <a:prstGeom prst="rect">
            <a:avLst/>
          </a:prstGeom>
          <a:noFill/>
          <a:ln>
            <a:noFill/>
          </a:ln>
        </p:spPr>
        <p:txBody>
          <a:bodyPr wrap="square" lIns="72000" tIns="0" rIns="36000" bIns="0" rtlCol="0">
            <a:noAutofit/>
          </a:bodyPr>
          <a:lstStyle/>
          <a:p>
            <a:pPr marL="180000" marR="0" lvl="0" indent="-1800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Education &amp; certifications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Bachelor of Science, Kanpur University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E9349D-B96D-338A-9376-D9F40400E1C3}"/>
              </a:ext>
            </a:extLst>
          </p:cNvPr>
          <p:cNvSpPr txBox="1"/>
          <p:nvPr/>
        </p:nvSpPr>
        <p:spPr>
          <a:xfrm>
            <a:off x="7212027" y="1065450"/>
            <a:ext cx="4571986" cy="296862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Professional experience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57DA5D-4302-5D9C-07AD-2A16221EF380}"/>
              </a:ext>
            </a:extLst>
          </p:cNvPr>
          <p:cNvSpPr txBox="1"/>
          <p:nvPr/>
        </p:nvSpPr>
        <p:spPr>
          <a:xfrm>
            <a:off x="261201" y="1456954"/>
            <a:ext cx="2607601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defRPr/>
            </a:pPr>
            <a:r>
              <a:rPr lang="en-IN" sz="1200" spc="-10" dirty="0">
                <a:solidFill>
                  <a:srgbClr val="FFFFFF"/>
                </a:solidFill>
                <a:latin typeface="Ubuntu"/>
              </a:rPr>
              <a:t>Technical Architect</a:t>
            </a:r>
            <a:endParaRPr lang="en-US" dirty="0">
              <a:ea typeface="+mn-ea"/>
              <a:cs typeface="+mn-cs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557CCDD-9B21-D524-B98F-DAFCC5E9172A}"/>
              </a:ext>
            </a:extLst>
          </p:cNvPr>
          <p:cNvGrpSpPr/>
          <p:nvPr/>
        </p:nvGrpSpPr>
        <p:grpSpPr>
          <a:xfrm>
            <a:off x="3098133" y="5042561"/>
            <a:ext cx="3756360" cy="296862"/>
            <a:chOff x="3117407" y="3251088"/>
            <a:chExt cx="3756360" cy="29686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66D2451-6F6A-87CF-1465-633F252F48BE}"/>
                </a:ext>
              </a:extLst>
            </p:cNvPr>
            <p:cNvSpPr txBox="1"/>
            <p:nvPr/>
          </p:nvSpPr>
          <p:spPr>
            <a:xfrm>
              <a:off x="3215488" y="3251088"/>
              <a:ext cx="3658279" cy="296862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Ubuntu"/>
                  <a:ea typeface="+mn-ea"/>
                  <a:cs typeface="+mn-cs"/>
                </a:rPr>
                <a:t>Competencies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4C40FC5-CFCD-C46F-4B86-D82178491EEE}"/>
                </a:ext>
              </a:extLst>
            </p:cNvPr>
            <p:cNvSpPr txBox="1"/>
            <p:nvPr/>
          </p:nvSpPr>
          <p:spPr>
            <a:xfrm>
              <a:off x="3117407" y="3251088"/>
              <a:ext cx="65150" cy="296862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29F825B9-4EC3-54E2-33B9-B3CCE5A88FD8}"/>
              </a:ext>
            </a:extLst>
          </p:cNvPr>
          <p:cNvSpPr/>
          <p:nvPr/>
        </p:nvSpPr>
        <p:spPr>
          <a:xfrm>
            <a:off x="3111372" y="1429656"/>
            <a:ext cx="3746200" cy="30623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70AD"/>
              </a:buClr>
              <a:buSzTx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Roopesh is a seasoned technology leader with over 15 years of experience in software architecture, enterprise integration, and digital transformation. He specializes in Pega architecture, performance optimization, and AI-driven solutions across industries including finance, healthcare, and insurance.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70AD"/>
              </a:buClr>
              <a:buSzTx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70A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15+ years of experience in enterprise software development and integration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70A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Proven leadership in establishing Centers of Excellence and driving digital transformation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70A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Expertise in Pega BPM, Gen AI, Agentic AI and cloud-native deployments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70A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Strong background in performance tuning, architecture modeling, and Agile delivery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70A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Delivered mission-critical solutions for clients including Standard Chartered Bank, ING, Morgan Stanley and  Singapore Airlines Cargo.</a:t>
            </a:r>
            <a:endParaRPr lang="en-US" sz="1050" dirty="0">
              <a:solidFill>
                <a:prstClr val="black"/>
              </a:solidFill>
              <a:latin typeface="Ubuntu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1C16FF-5265-F703-A811-58417275D3CE}"/>
              </a:ext>
            </a:extLst>
          </p:cNvPr>
          <p:cNvSpPr txBox="1"/>
          <p:nvPr/>
        </p:nvSpPr>
        <p:spPr>
          <a:xfrm>
            <a:off x="377072" y="4582568"/>
            <a:ext cx="2607601" cy="297887"/>
          </a:xfrm>
          <a:prstGeom prst="rect">
            <a:avLst/>
          </a:prstGeom>
          <a:noFill/>
          <a:ln>
            <a:noFill/>
          </a:ln>
        </p:spPr>
        <p:txBody>
          <a:bodyPr wrap="square" lIns="72000" tIns="0" rIns="36000" bIns="0" rtlCol="0">
            <a:noAutofit/>
          </a:bodyPr>
          <a:lstStyle/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Certifications technical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5B5F9A-6BBC-57DF-6611-E8B63A0E6ECA}"/>
              </a:ext>
            </a:extLst>
          </p:cNvPr>
          <p:cNvSpPr/>
          <p:nvPr/>
        </p:nvSpPr>
        <p:spPr>
          <a:xfrm>
            <a:off x="7107889" y="1391817"/>
            <a:ext cx="4822909" cy="45704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100" b="1" dirty="0"/>
              <a:t>Pega Lead System Architect | Singapore Airlines Cargo | 2025–2026</a:t>
            </a:r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/>
              <a:t>Reimagine application with Pega Blueprint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/>
              <a:t>Voice AI implementation for inbound calls via Twilio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/>
              <a:t>Gen AI rules for document extraction and risk analysis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/>
              <a:t>Constellation based application development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/>
              <a:t>Perm Bridge implementation for OnPrem applications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/>
              <a:t>Pega Knowledge buddy for FAQs.</a:t>
            </a:r>
          </a:p>
          <a:p>
            <a:endParaRPr lang="en-US" sz="1100" b="1" dirty="0"/>
          </a:p>
          <a:p>
            <a:r>
              <a:rPr lang="en-US" sz="1100" b="1" dirty="0"/>
              <a:t>Chapter Lead | Standard Chartered Bank | 2022–2025</a:t>
            </a:r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/>
              <a:t>As chapter lead, led and managed multiple agile squad, ensuring alignment with business goals and technical standards.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/>
              <a:t>Implemented Single Sign on using Microsoft ADFS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/>
              <a:t>Upgrade from 7.2 to 8.5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/>
              <a:t>Data Encryption and Data Extraction</a:t>
            </a:r>
          </a:p>
          <a:p>
            <a:endParaRPr lang="en-US" sz="1100" b="1" dirty="0"/>
          </a:p>
          <a:p>
            <a:r>
              <a:rPr lang="en-US" sz="1100" b="1" dirty="0"/>
              <a:t>Technical Lead | ING NL| 2019–2022</a:t>
            </a:r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/>
              <a:t>Pega DX API implementation for head less application.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/>
              <a:t>Data security using Attribute based control.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/>
              <a:t>Data Modelling for application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/>
              <a:t>Pega Survey Framework for questionnaire</a:t>
            </a:r>
          </a:p>
          <a:p>
            <a:endParaRPr lang="en-US" sz="1100" b="1" dirty="0"/>
          </a:p>
          <a:p>
            <a:r>
              <a:rPr lang="en-US" sz="1100" b="1" dirty="0"/>
              <a:t>Technical Lead | Morgan Stanley | 2013–2019</a:t>
            </a:r>
            <a:endParaRPr lang="en-US" sz="1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/>
              <a:t>Savion to Pega Migration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/>
              <a:t>Situational Layer Cake for Pega Application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/>
              <a:t>Integration with downstream system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/>
              <a:t>Authentication and Authorization Model  </a:t>
            </a:r>
          </a:p>
          <a:p>
            <a:endParaRPr lang="en-US" altLang="en-US" sz="1100" dirty="0">
              <a:solidFill>
                <a:prstClr val="black"/>
              </a:solidFill>
              <a:cs typeface="Calibri" panose="020F050202020403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AE96383-AFA2-5299-6B95-596F8C040D2F}"/>
              </a:ext>
            </a:extLst>
          </p:cNvPr>
          <p:cNvSpPr/>
          <p:nvPr/>
        </p:nvSpPr>
        <p:spPr>
          <a:xfrm>
            <a:off x="200530" y="4932833"/>
            <a:ext cx="2607601" cy="163271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PEGA Certified Lead System Architect 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Pega Decisioning Consultant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Pega Certified Senior System Architect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Pega Certified System Architect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C1CE28-74C5-A69F-073C-A85C2DBF672E}"/>
              </a:ext>
            </a:extLst>
          </p:cNvPr>
          <p:cNvSpPr/>
          <p:nvPr/>
        </p:nvSpPr>
        <p:spPr>
          <a:xfrm>
            <a:off x="3181972" y="5419462"/>
            <a:ext cx="1495906" cy="723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70AD"/>
              </a:buClr>
              <a:buSzTx/>
              <a:tabLst/>
              <a:defRPr/>
            </a:pPr>
            <a:r>
              <a:rPr kumimoji="0" lang="en-US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Calibri" panose="020F0502020204030204" pitchFamily="34" charset="0"/>
              </a:rPr>
              <a:t>Skillset: </a:t>
            </a:r>
          </a:p>
          <a:p>
            <a:pPr marL="144000" marR="0" lvl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70A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it-IT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Pega Infinity</a:t>
            </a:r>
          </a:p>
          <a:p>
            <a:pPr marL="144000" marR="0" lvl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70A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it-IT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Pega GenAI</a:t>
            </a:r>
          </a:p>
          <a:p>
            <a:pPr marL="144000" marR="0" lvl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70A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it-IT" sz="1050" dirty="0">
                <a:solidFill>
                  <a:prstClr val="black"/>
                </a:solidFill>
                <a:latin typeface="Ubuntu"/>
              </a:rPr>
              <a:t>Pega Agentic AI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435DF1C-5F69-3469-DEC6-AD26B219FA90}"/>
              </a:ext>
            </a:extLst>
          </p:cNvPr>
          <p:cNvSpPr/>
          <p:nvPr/>
        </p:nvSpPr>
        <p:spPr>
          <a:xfrm>
            <a:off x="4928195" y="5368975"/>
            <a:ext cx="1926297" cy="723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70AD"/>
              </a:buClr>
              <a:buSzTx/>
              <a:tabLst/>
              <a:defRPr/>
            </a:pPr>
            <a:endParaRPr kumimoji="0" lang="en-US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Calibri" panose="020F0502020204030204" pitchFamily="34" charset="0"/>
            </a:endParaRPr>
          </a:p>
          <a:p>
            <a:pPr marL="144000" indent="-144000" fontAlgn="base">
              <a:spcAft>
                <a:spcPts val="200"/>
              </a:spcAft>
              <a:buClr>
                <a:srgbClr val="0070AD"/>
              </a:buClr>
              <a:buFont typeface="Wingdings" panose="05000000000000000000" pitchFamily="2" charset="2"/>
              <a:buChar char="§"/>
              <a:defRPr/>
            </a:pPr>
            <a:r>
              <a:rPr lang="it-IT" sz="1050" dirty="0">
                <a:solidFill>
                  <a:prstClr val="black"/>
                </a:solidFill>
              </a:rPr>
              <a:t>Pega CDH </a:t>
            </a:r>
          </a:p>
          <a:p>
            <a:pPr marL="144000" marR="0" lvl="0" indent="-1440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70A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PEGA Constellation</a:t>
            </a:r>
          </a:p>
          <a:p>
            <a:pPr marL="144000" marR="0" lvl="0" indent="-1440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70A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050" dirty="0">
                <a:solidFill>
                  <a:prstClr val="black"/>
                </a:solidFill>
                <a:latin typeface="Ubuntu"/>
              </a:rPr>
              <a:t>React JS, Java and JavaScript</a:t>
            </a:r>
            <a:endParaRPr kumimoji="0" lang="en-IN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pic>
        <p:nvPicPr>
          <p:cNvPr id="39" name="Picture 4">
            <a:extLst>
              <a:ext uri="{FF2B5EF4-FFF2-40B4-BE49-F238E27FC236}">
                <a16:creationId xmlns:a16="http://schemas.microsoft.com/office/drawing/2014/main" id="{EAE949F8-DFE5-0EB3-4DED-670EA97C7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13684" b="13684"/>
          <a:stretch/>
        </p:blipFill>
        <p:spPr bwMode="auto">
          <a:xfrm>
            <a:off x="890588" y="1858817"/>
            <a:ext cx="1227484" cy="1188720"/>
          </a:xfrm>
          <a:prstGeom prst="ellipse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93299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EE4P_AGENDAWIZARD" val="&lt;ee4p&gt;&lt;layouts&gt;&lt;layout name=&quot;Capgemini invent Line Grey&quot; id=&quot;435_2&quot;&gt;&lt;standard&gt;&lt;textframe horizontalAnchor=&quot;1&quot; marginBottom=&quot;0&quot; marginLeft=&quot;0&quot; marginRight=&quot;0&quot; marginTop=&quot;0&quot; orientation=&quot;1&quot; verticalAnchor=&quot;1&quot; /&gt;&lt;font name=&quot;Ubuntu&quot; bold=&quot;0&quot; italic=&quot;0&quot; color=&quot;#ffffff&quot; /&gt;&lt;paragraphformat firstLineIndent=&quot;0&quot; leftIndent=&quot;0&quot; rightIndent=&quot;0&quot; lineRuleBefore=&quot;&quot; lineRuleWithin=&quot;&quot; lineRuleAfter=&quot;&quot; spaceBefore=&quot;&quot; spaceWithin=&quot;&quot; spaceAfter=&quot;&quot; /&gt;&lt;fill visible=&quot;0&quot; /&gt;&lt;line visible=&quot;0&quot; /&gt;&lt;bulletformat visible=&quot;0&quot; /&gt;&lt;shadow visible=&quot;0&quot; /&gt;&lt;/standard&gt;&lt;agenda name=&quot;New Agenda&quot; title=&quot;Agenda&quot; subtitle=&quot;&quot; sizingModeId=&quot;2&quot; fontSize=&quot;24&quot; fontSizeAuto=&quot;1&quot; startTime=&quot;540&quot; timeFormatId=&quot;2&quot; startItemNo=&quot;1&quot; createSingleAgendaSlide=&quot;1&quot; createSeparatingSlides=&quot;1&quot; createBackupSlide=&quot;1&quot; /&gt;&lt;columns&gt;&lt;column field=&quot;itemno&quot; label=&quot;No.&quot; checked=&quot;1&quot; leftSpacing=&quot;0&quot; rightSpacing=&quot;0&quot; dock=&quot;1&quot; fixedWidth=&quot;52&quot; /&gt;&lt;column field=&quot;topic&quot; label=&quot;Topic&quot; leftSpacing=&quot;10&quot; rightDistribute=&quot;1&quot; dock=&quot;1&quot; /&gt;&lt;column field=&quot;responsible&quot; label=&quot;Responsible&quot; visible=&quot;1&quot; checked=&quot;1&quot; leftSpacing=&quot;10&quot; rightDistribute=&quot;1&quot; dock=&quot;1&quot; /&gt;&lt;column field=&quot;freecolumn&quot; label=&quot;&quot; visible=&quot;1&quot; checked=&quot;0&quot; leftSpacing=&quot;10&quot; rightDistribute=&quot;1&quot; dock=&quot;1&quot; /&gt;&lt;column field=&quot;timeslot&quot; label=&quot;Time Slot&quot; visible=&quot;1&quot; checked=&quot;1&quot; leftSpacing=&quot;10&quot; rightSpacing=&quot;6&quot; dock=&quot;2&quot; /&gt;&lt;column field=&quot;pageno&quot; label=&quot;Page No.&quot; visible=&quot;1&quot; checked=&quot;0&quot; leftSpacing=&quot;10&quot; rightSpacing=&quot;6&quot; dock=&quot;2&quot; /&gt;&lt;/columns&gt;&lt;position left=&quot;84.31764&quot; top=&quot;128.4218&quot; width=&quot;611.1824&quot; height=&quot;379.8731&quot; /&gt;&lt;settings allowedSizingModeIds=&quot;1|2&quot; allowedFontSizes=&quot;8|9|10|10.5|11|12|14|16|18&quot; allowedTimeFormatIds=&quot;1|2|3&quot; slideLayout=&quot;11&quot; customLayoutName=&quot;1_Agenda&quot; customLayoutNameBackup=&quot;1_Agenda&quot; customLayoutIndex=&quot;&quot; showBreak=&quot;1&quot; singleAgendaSlideSelected=&quot;0&quot; backupSlideTitle=&quot;Backup: %agendaName%&quot; topMargin=&quot;0&quot; leftMargin=&quot;0&quot; allowedLevels=&quot;4&quot; itemNoFormats=&quot;{1:2}¦{1:2}.{2}¦{3:alphaLC}¦{3:alphaLC}.{4:alphaLC}&quot; /&gt;&lt;!-- Agenda item formats --&gt;&lt;cases&gt;&lt;case level=&quot;1&quot; selected=&quot;0&quot; break=&quot;0&quot; topMinSpacing=&quot;15&quot; topMaxSpacing=&quot;15&quot; bottomMinSpacing=&quot;0&quot; bottomMaxSpacing=&quot;0&quot;&gt;&lt;element field=&quot;itemno&quot; type=&quot;autoshape&quot; autoShapeType=&quot;1&quot;&gt;&lt;textframe marginLeft=&quot;0&quot; marginRight=&quot;0&quot; /&gt;&lt;paragraphformat alignment=&quot;1&quot; /&gt;&lt;font bold=&quot;1&quot; color=&quot;6&quot; /&gt;&lt;/element&gt;&lt;element field=&quot;topic&quot; type=&quot;autoshape&quot; autoShapeType=&quot;1&quot;&gt;&lt;paragraphformat alignment=&quot;1&quot; /&gt;&lt;textframe marginLeft=&quot;0&quot; /&gt;&lt;/element&gt;&lt;element field=&quot;responsible&quot; type=&quot;autoshape&quot; autoShapeType=&quot;1&quot;&gt;&lt;paragraphformat alignment=&quot;1&quot; /&gt;&lt;/element&gt;&lt;element field=&quot;freecolumn&quot; type=&quot;autoshape&quot; autoShapeType=&quot;1&quot;&gt;&lt;paragraphformat alignment=&quot;1&quot; /&gt;&lt;/element&gt;&lt;element field=&quot;timeslot&quot; type=&quot;autoshape&quot; autoShapeType=&quot;1&quot;&gt;&lt;paragraphformat alignment=&quot;3&quot; /&gt;&lt;/element&gt;&lt;element field=&quot;pageno&quot; type=&quot;autoshape&quot; autoShapeType=&quot;1&quot;&gt;&lt;paragraphformat alignment=&quot;3&quot; /&gt;&lt;/element&gt;&lt;/case&gt;&lt;case level=&quot;1&quot; selected=&quot;1&quot; break=&quot;0&quot; topMinSpacing=&quot;15&quot; topMaxSpacing=&quot;15&quot; bottomMinSpacing=&quot;0&quot; bottomMaxSpacing=&quot;0&quot;&gt;&lt;element type=&quot;line&quot; value=&quot;&quot;&gt;&lt;position left=&quot;0&quot; top=&quot;itemHeight+3*scale*fontScale&quot; width=&quot;agendaWidth&quot; height=&quot;0&quot; /&gt;&lt;line style=&quot;1&quot; dashStyle=&quot;1&quot; foreColor=&quot;6&quot; transparency=&quot;0&quot; visible=&quot;1&quot; weight=&quot;1&quot; /&gt;&lt;/element&gt;&lt;element type=&quot;line&quot; value=&quot;&quot;&gt;&lt;position left=&quot;0&quot; top=&quot;0&quot; width=&quot;agendaWidth&quot; height=&quot;0&quot; /&gt;&lt;line style=&quot;1&quot; dashStyle=&quot;1&quot; foreColor=&quot;6&quot; transparency=&quot;0&quot; visible=&quot;1&quot; weight=&quot;1&quot; /&gt;&lt;/element&gt;&lt;element field=&quot;itemno&quot; type=&quot;autoshape&quot; autoShapeType=&quot;1&quot;&gt;&lt;textframe marginLeft=&quot;0&quot; marginRight=&quot;0&quot; /&gt;&lt;paragraphformat alignment=&quot;1&quot; /&gt;&lt;font bold=&quot;1&quot; color=&quot;6&quot; /&gt;&lt;/element&gt;&lt;element field=&quot;topic&quot; type=&quot;autoshape&quot; autoShapeType=&quot;1&quot;&gt;&lt;paragraphformat alignment=&quot;1&quot; /&gt;&lt;textframe marginLeft=&quot;0&quot; /&gt;&lt;/element&gt;&lt;element field=&quot;responsible&quot; type=&quot;autoshape&quot; autoShapeType=&quot;1&quot;&gt;&lt;paragraphformat alignment=&quot;1&quot; /&gt;&lt;/element&gt;&lt;element field=&quot;freecolumn&quot; type=&quot;autoshape&quot; autoShapeType=&quot;1&quot;&gt;&lt;paragraphformat alignment=&quot;1&quot; /&gt;&lt;/element&gt;&lt;element field=&quot;timeslot&quot; type=&quot;autoshape&quot; autoShapeType=&quot;1&quot;&gt;&lt;paragraphformat alignment=&quot;3&quot; /&gt;&lt;/element&gt;&lt;element field=&quot;pageno&quot; type=&quot;autoshape&quot; autoShapeType=&quot;1&quot;&gt;&lt;paragraphformat alignment=&quot;3&quot; /&gt;&lt;/element&gt;&lt;/case&gt;&lt;case level=&quot;2&quot; selected=&quot;0&quot; break=&quot;0&quot; topMinSpacing=&quot;15&quot; topMaxSpacing=&quot;15&quot; bottomMinSpacing=&quot;0&quot; bottomMaxSpacing=&quot;0&quot;&gt;&lt;element field=&quot;itemno&quot; type=&quot;autoshape&quot; autoShapeType=&quot;1&quot; indent=&quot;(level-1)*(itemNoWidth+topicLeftSpacing) &quot; indentType=&quot;1&quot;&gt;&lt;textframe marginLeft=&quot;0&quot; marginRight=&quot;0&quot; /&gt;&lt;paragraphformat alignment=&quot;1&quot; /&gt;&lt;font bold=&quot;1&quot; color=&quot;6&quot; /&gt;&lt;/element&gt;&lt;element field=&quot;topic&quot; type=&quot;autoshape&quot; autoShapeType=&quot;1&quot; indent=&quot;(level-1)*(itemNoWidth+topicLeftSpacing) &quot; indentType=&quot;2&quot;&gt;&lt;paragraphformat alignment=&quot;1&quot; /&gt;&lt;textframe marginLeft=&quot;0&quot; /&gt;&lt;/element&gt;&lt;element field=&quot;responsible&quot; type=&quot;autoshape&quot; autoShapeType=&quot;1&quot; indent=&quot;(level-1)*(itemNoWidth+topicLeftSpacing) &quot; indentType=&quot;1&quot;&gt;&lt;paragraphformat alignment=&quot;1&quot; /&gt;&lt;/element&gt;&lt;element field=&quot;freecolumn&quot; type=&quot;autoshape&quot; autoShapeType=&quot;1&quot; indent=&quot;(level-1)*(itemNoWidth+topicLeftSpacing) &quot; indentType=&quot;1&quot;&gt;&lt;paragraphformat alignment=&quot;1&quot; /&gt;&lt;/element&gt;&lt;element field=&quot;timeslot&quot; type=&quot;autoshape&quot; autoShapeType=&quot;1&quot;&gt;&lt;paragraphformat alignment=&quot;3&quot; /&gt;&lt;/element&gt;&lt;element field=&quot;pageno&quot; type=&quot;autoshape&quot; autoShapeType=&quot;1&quot;&gt;&lt;paragraphformat alignment=&quot;3&quot; /&gt;&lt;/element&gt;&lt;/case&gt;&lt;case level=&quot;2&quot; selected=&quot;1&quot; break=&quot;0&quot; topMinSpacing=&quot;15&quot; topMaxSpacing=&quot;15&quot; bottomMinSpacing=&quot;0&quot; bottomMaxSpacing=&quot;0&quot;&gt;&lt;element type=&quot;line&quot; value=&quot;&quot;&gt;&lt;position left=&quot;0&quot; top=&quot;itemHeight+3*scale*fontScale&quot; width=&quot;agendaWidth&quot; height=&quot;0&quot; /&gt;&lt;line style=&quot;1&quot; dashStyle=&quot;1&quot; foreColor=&quot;6&quot; transparency=&quot;0&quot; visible=&quot;1&quot; weight=&quot;1&quot; /&gt;&lt;/element&gt;&lt;element type=&quot;line&quot; value=&quot;&quot;&gt;&lt;position left=&quot;0&quot; top=&quot;0&quot; width=&quot;agendaWidth&quot; height=&quot;0&quot; /&gt;&lt;line style=&quot;1&quot; dashStyle=&quot;1&quot; foreColor=&quot;6&quot; transparency=&quot;0&quot; visible=&quot;1&quot; weight=&quot;1&quot; /&gt;&lt;/element&gt;&lt;element field=&quot;itemno&quot; type=&quot;autoshape&quot; autoShapeType=&quot;1&quot; indent=&quot;(level-1)*(itemNoWidth+topicLeftSpacing) &quot; indentType=&quot;1&quot;&gt;&lt;textframe marginLeft=&quot;0&quot; marginRight=&quot;0&quot; /&gt;&lt;paragraphformat alignment=&quot;1&quot; /&gt;&lt;font bold=&quot;1&quot; color=&quot;6&quot; /&gt;&lt;/element&gt;&lt;element field=&quot;topic&quot; type=&quot;autoshape&quot; autoShapeType=&quot;1&quot; indent=&quot;(level-1)*(itemNoWidth+topicLeftSpacing) &quot; indentType=&quot;2&quot;&gt;&lt;paragraphformat alignment=&quot;1&quot; /&gt;&lt;textframe marginLeft=&quot;0&quot; /&gt;&lt;/element&gt;&lt;element field=&quot;responsible&quot; type=&quot;autoshape&quot; autoShapeType=&quot;1&quot; indent=&quot;(level-1)*(itemNoWidth+topicLeftSpacing) &quot; indentType=&quot;1&quot;&gt;&lt;paragraphformat alignment=&quot;1&quot; /&gt;&lt;/element&gt;&lt;element field=&quot;freecolumn&quot; type=&quot;autoshape&quot; autoShapeType=&quot;1&quot; indent=&quot;(level-1)*(itemNoWidth+topicLeftSpacing) &quot; indentType=&quot;1&quot;&gt;&lt;paragraphformat alignment=&quot;1&quot; /&gt;&lt;/element&gt;&lt;element field=&quot;timeslot&quot; type=&quot;autoshape&quot; autoShapeType=&quot;1&quot;&gt;&lt;paragraphformat alignment=&quot;3&quot; /&gt;&lt;/element&gt;&lt;element field=&quot;pageno&quot; type=&quot;autoshape&quot; autoShapeType=&quot;1&quot;&gt;&lt;paragraphformat alignment=&quot;3&quot; /&gt;&lt;/element&gt;&lt;/case&gt;&lt;case level=&quot;1&quot; selected=&quot;0&quot; break=&quot;1&quot; topMinSpacing=&quot;15&quot; topMaxSpacing=&quot;15&quot; bottomMinSpacing=&quot;0&quot; bottomMaxSpacing=&quot;0&quot;&gt;&lt;element field=&quot;topic&quot; type=&quot;autoshape&quot; autoShapeType=&quot;1&quot; indent=&quot;(level-1)*(itemNoWidth+topicLeftSpacing) &quot; indentType=&quot;2&quot;&gt;&lt;paragraphformat alignment=&quot;1&quot; /&gt;&lt;font italic=&quot;1&quot; /&gt;&lt;/element&gt;&lt;element field=&quot;responsible&quot; type=&quot;autoshape&quot; autoShapeType=&quot;1&quot; indent=&quot;(level-1)*(itemNoWidth+topicLeftSpacing) &quot; indentType=&quot;1&quot;&gt;&lt;paragraphformat alignment=&quot;1&quot; /&gt;&lt;font italic=&quot;1&quot; /&gt;&lt;/element&gt;&lt;element field=&quot;freecolumn&quot; type=&quot;autoshape&quot; autoShapeType=&quot;1&quot; indent=&quot;(level-1)*(itemNoWidth+topicLeftSpacing) &quot; indentType=&quot;1&quot;&gt;&lt;paragraphformat alignment=&quot;1&quot; /&gt;&lt;font italic=&quot;1&quot; /&gt;&lt;/element&gt;&lt;element field=&quot;timeslot&quot; type=&quot;autoshape&quot; autoShapeType=&quot;1&quot;&gt;&lt;paragraphformat alignment=&quot;3&quot; /&gt;&lt;font italic=&quot;1&quot; /&gt;&lt;/element&gt;&lt;element field=&quot;pageno&quot; type=&quot;autoshape&quot; autoShapeType=&quot;1&quot;&gt;&lt;paragraphformat alignment=&quot;3&quot; /&gt;&lt;font italic=&quot;1&quot; /&gt;&lt;/element&gt;&lt;/case&gt;&lt;case level=&quot;1&quot; selected=&quot;1&quot; break=&quot;1&quot; topMinSpacing=&quot;15&quot; topMaxSpacing=&quot;15&quot; bottomMinSpacing=&quot;0&quot; bottomMaxSpacing=&quot;0&quot;&gt;&lt;element type=&quot;line&quot; value=&quot;&quot;&gt;&lt;position left=&quot;0&quot; top=&quot;itemHeight+3*scale*fontScale&quot; width=&quot;agendaWidth&quot; height=&quot;0&quot; /&gt;&lt;line style=&quot;1&quot; dashStyle=&quot;1&quot; foreColor=&quot;6&quot; transparency=&quot;0&quot; visible=&quot;1&quot; weight=&quot;1&quot; /&gt;&lt;/element&gt;&lt;element type=&quot;line&quot; value=&quot;&quot;&gt;&lt;position left=&quot;0&quot; top=&quot;0&quot; width=&quot;agendaWidth&quot; height=&quot;0&quot; /&gt;&lt;line style=&quot;1&quot; dashStyle=&quot;1&quot; foreColor=&quot;6&quot; transparency=&quot;0&quot; visible=&quot;1&quot; weight=&quot;1&quot; /&gt;&lt;/element&gt;&lt;element field=&quot;topic&quot; type=&quot;autoshape&quot; autoShapeType=&quot;1&quot; indent=&quot;(level-1)*(itemNoWidth+topicLeftSpacing) &quot; indentType=&quot;2&quot;&gt;&lt;paragraphformat alignment=&quot;1&quot; /&gt;&lt;font italic=&quot;1&quot; /&gt;&lt;/element&gt;&lt;element field=&quot;responsible&quot; type=&quot;autoshape&quot; autoShapeType=&quot;1&quot; indent=&quot;(level-1)*(itemNoWidth+topicLeftSpacing) &quot; indentType=&quot;1&quot;&gt;&lt;paragraphformat alignment=&quot;1&quot; /&gt;&lt;font italic=&quot;1&quot; /&gt;&lt;/element&gt;&lt;element field=&quot;freecolumn&quot; type=&quot;autoshape&quot; autoShapeType=&quot;1&quot; indent=&quot;(level-1)*(itemNoWidth+topicLeftSpacing) &quot; indentType=&quot;1&quot;&gt;&lt;paragraphformat alignment=&quot;1&quot; /&gt;&lt;font italic=&quot;1&quot; /&gt;&lt;/element&gt;&lt;element field=&quot;timeslot&quot; type=&quot;autoshape&quot; autoShapeType=&quot;1&quot;&gt;&lt;paragraphformat alignment=&quot;3&quot; /&gt;&lt;font italic=&quot;1&quot; /&gt;&lt;/element&gt;&lt;element field=&quot;pageno&quot; type=&quot;autoshape&quot; autoShapeType=&quot;1&quot;&gt;&lt;paragraphformat alignment=&quot;3&quot; /&gt;&lt;font italic=&quot;1&quot; /&gt;&lt;/element&gt;&lt;/case&gt;&lt;/cases&gt;&lt;!-- Elements on slide independent of items --&gt;&lt;elements&gt;&lt;!--   &lt;element type=&quot;picture&quot; picture=&quot;image.png&quot; value=&quot;asdf&quot;  &gt;&#10;          &lt;position left=&quot;-278.9405&quot; top=&quot;-142.375&quot; width=&quot;457.6407&quot; height=&quot;540.0002&quot;/&gt;        &#10;        &lt;/element&gt;&#10;&#10;        &lt;element type=&quot;picture&quot; picture=&quot;BG_blue.png&quot; value=&quot;asdf&quot;  &gt;&#10;          &lt;position left=&quot;-278.9405&quot; top=&quot;-142.375&quot; width=&quot;960&quot; height=&quot;540&quot;/&gt;        &#10;        &lt;/element&gt; --&gt;&lt;/elements&gt;&lt;/layout&gt;&lt;/layouts&gt;&lt;contents&gt;&lt;agenda name=&quot;New Agenda&quot; title=&quot;Agenda&quot; subtitle=&quot;&quot; sizingModeId=&quot;2&quot; fontSize=&quot;24&quot; fontSizeAuto=&quot;1&quot; startTime=&quot;540&quot; timeFormatId=&quot;2&quot; startItemNo=&quot;1&quot; createSingleAgendaSlide=&quot;1&quot; createSeparatingSlides=&quot;1&quot; createBackupSlide=&quot;1&quot; layoutId=&quot;435_2&quot; hideSeparatingSlides=&quot;0&quot; createSections=&quot;0&quot; singleSlideId=&quot;4a985bb3-9c0f-4d30-bab0-e861f6c1f7d9&quot; backupSlideId=&quot;59f12b8f-bcfa-4c72-806d-af721da5741a&quot;&gt;&lt;columns leftSpacing=&quot;0&quot; rightSpacing=&quot;0&quot;&gt;&lt;column field=&quot;itemno&quot; label=&quot;No.&quot; checked=&quot;1&quot; leftSpacing=&quot;0&quot; rightSpacing=&quot;0&quot; dock=&quot;1&quot; fixedWidth=&quot;52&quot; /&gt;&lt;column field=&quot;topic&quot; label=&quot;Topic&quot; leftSpacing=&quot;10&quot; rightDistribute=&quot;1&quot; dock=&quot;1&quot; rightSpacing=&quot;114.0997&quot; /&gt;&lt;column field=&quot;responsible&quot; label=&quot;Responsible&quot; visible=&quot;1&quot; checked=&quot;1&quot; leftSpacing=&quot;10&quot; rightDistribute=&quot;1&quot; dock=&quot;1&quot; rightSpacing=&quot;114.0997&quot; /&gt;&lt;column field=&quot;freecolumn&quot; label=&quot;&quot; visible=&quot;1&quot; checked=&quot;0&quot; leftSpacing=&quot;10&quot; rightDistribute=&quot;1&quot; dock=&quot;1&quot; /&gt;&lt;column field=&quot;timeslot&quot; label=&quot;Time Slot&quot; visible=&quot;1&quot; checked=&quot;1&quot; leftSpacing=&quot;10&quot; rightSpacing=&quot;6&quot; dock=&quot;2&quot; /&gt;&lt;column field=&quot;pageno&quot; label=&quot;Page No.&quot; visible=&quot;1&quot; checked=&quot;0&quot; leftSpacing=&quot;10&quot; rightSpacing=&quot;6&quot; dock=&quot;2&quot; /&gt;&lt;/columns&gt;&lt;items&gt;&lt;item duration=&quot;30&quot; id=&quot;f30ff3b2-059e-47be-bfce-20f89c801ddd&quot; parentId=&quot;&quot; level=&quot;1&quot; generateAgendaSlide=&quot;1&quot; showAgendaItem=&quot;1&quot; isBreak=&quot;0&quot; topic=&quot;Part 1&quot; agendaSlideId=&quot;af0b860f-cd42-4a9e-9c99-a53635a9e083&quot; /&gt;&lt;item duration=&quot;30&quot; id=&quot;7f2c9adb-5359-438f-8174-f3799807dfb9&quot; parentId=&quot;&quot; level=&quot;1&quot; generateAgendaSlide=&quot;1&quot; showAgendaItem=&quot;1&quot; isBreak=&quot;0&quot; topic=&quot;Part 2&quot; agendaSlideId=&quot;07e6bc76-8a2b-48ad-97c4-1f85e540bbd5&quot; /&gt;&lt;item duration=&quot;30&quot; id=&quot;00ba97b5-5509-49fc-95b8-9afe1f8e54cf&quot; parentId=&quot;&quot; level=&quot;1&quot; generateAgendaSlide=&quot;1&quot; showAgendaItem=&quot;1&quot; isBreak=&quot;0&quot; topic=&quot;Part 3&quot; agendaSlideId=&quot;4d6dfe7c-00a3-4d20-aa7f-6447da594e0a&quot; /&gt;&lt;item duration=&quot;30&quot; id=&quot;d6c20a75-a816-4fd9-9cac-9e1eb824eb5f&quot; parentId=&quot;&quot; level=&quot;1&quot; generateAgendaSlide=&quot;1&quot; showAgendaItem=&quot;1&quot; isBreak=&quot;0&quot; topic=&quot;Part 4&quot; agendaSlideId=&quot;d29762e6-a410-4070-9806-5d73acff4eaf&quot; /&gt;&lt;/items&gt;&lt;/agenda&gt;&lt;/contents&gt;&lt;/ee4p&gt;"/>
  <p:tag name="EE4P_STYLE_ID" val="3edb2f5e-e25b-4bbf-81ee-2b4396447386"/>
</p:tagLst>
</file>

<file path=ppt/theme/theme1.xml><?xml version="1.0" encoding="utf-8"?>
<a:theme xmlns:a="http://schemas.openxmlformats.org/drawingml/2006/main" name="Capgemini_2024">
  <a:themeElements>
    <a:clrScheme name="Capgemini 2024">
      <a:dk1>
        <a:sysClr val="windowText" lastClr="000000"/>
      </a:dk1>
      <a:lt1>
        <a:srgbClr val="FFFFFF"/>
      </a:lt1>
      <a:dk2>
        <a:srgbClr val="000000"/>
      </a:dk2>
      <a:lt2>
        <a:srgbClr val="F6F6F6"/>
      </a:lt2>
      <a:accent1>
        <a:srgbClr val="0070AD"/>
      </a:accent1>
      <a:accent2>
        <a:srgbClr val="12ABDB"/>
      </a:accent2>
      <a:accent3>
        <a:srgbClr val="14596B"/>
      </a:accent3>
      <a:accent4>
        <a:srgbClr val="272936"/>
      </a:accent4>
      <a:accent5>
        <a:srgbClr val="0F878A"/>
      </a:accent5>
      <a:accent6>
        <a:srgbClr val="00BFBF"/>
      </a:accent6>
      <a:hlink>
        <a:srgbClr val="00929B"/>
      </a:hlink>
      <a:folHlink>
        <a:srgbClr val="00BFBF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9525">
          <a:noFill/>
          <a:prstDash val="soli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0000" tIns="46800" rIns="90000" bIns="46800" rtlCol="0" anchor="ctr">
        <a:spAutoFit/>
      </a:bodyPr>
      <a:lstStyle>
        <a:defPPr algn="l">
          <a:spcBef>
            <a:spcPct val="0"/>
          </a:spcBef>
          <a:defRPr sz="1400" dirty="0" err="1" smtClean="0"/>
        </a:defPPr>
      </a:lstStyle>
    </a:txDef>
  </a:objectDefaults>
  <a:extraClrSchemeLst/>
  <a:custClrLst>
    <a:custClr name="Green A">
      <a:srgbClr val="57CF80"/>
    </a:custClr>
    <a:custClr name="Green B">
      <a:srgbClr val="33B569"/>
    </a:custClr>
    <a:custClr name="Green C">
      <a:srgbClr val="2EA657"/>
    </a:custClr>
    <a:custClr name="Green D">
      <a:srgbClr val="178C3D"/>
    </a:custClr>
    <a:custClr name="Green E">
      <a:srgbClr val="176036"/>
    </a:custClr>
    <a:custClr name="Teal A">
      <a:srgbClr val="00E6E3"/>
    </a:custClr>
    <a:custClr name="Teal B">
      <a:srgbClr val="00D5D0"/>
    </a:custClr>
    <a:custClr name="Teal C">
      <a:srgbClr val="00BFBF"/>
    </a:custClr>
    <a:custClr name="Teal D">
      <a:srgbClr val="00929B"/>
    </a:custClr>
    <a:custClr name="Teal E">
      <a:srgbClr val="007D74"/>
    </a:custClr>
    <a:custClr name="Peacock A">
      <a:srgbClr val="00E0CB"/>
    </a:custClr>
    <a:custClr name="Peacock B">
      <a:srgbClr val="00B2A2"/>
    </a:custClr>
    <a:custClr name="Peacock C">
      <a:srgbClr val="0F878A"/>
    </a:custClr>
    <a:custClr name="Peacock D">
      <a:srgbClr val="0F6A73"/>
    </a:custClr>
    <a:custClr name="Peacock E">
      <a:srgbClr val="0F434A"/>
    </a:custClr>
    <a:custClr name="Sapphire A">
      <a:srgbClr val="338091"/>
    </a:custClr>
    <a:custClr name="Sapphire B">
      <a:srgbClr val="336B7D"/>
    </a:custClr>
    <a:custClr name="Sapphire C">
      <a:srgbClr val="14596B"/>
    </a:custClr>
    <a:custClr name="Sapphire D">
      <a:srgbClr val="214554"/>
    </a:custClr>
    <a:custClr name="Sapphire E">
      <a:srgbClr val="173340"/>
    </a:custClr>
    <a:custClr name="Violet A">
      <a:srgbClr val="E557AD"/>
    </a:custClr>
    <a:custClr name="Violet B">
      <a:srgbClr val="D13A8C"/>
    </a:custClr>
    <a:custClr name="Violet C">
      <a:srgbClr val="BA2980"/>
    </a:custClr>
    <a:custClr name="Violet D">
      <a:srgbClr val="A12980"/>
    </a:custClr>
    <a:custClr name="Violet E">
      <a:srgbClr val="811B6F"/>
    </a:custClr>
    <a:custClr name="Yellow A">
      <a:srgbClr val="FFDA80"/>
    </a:custClr>
    <a:custClr name="Yellow B">
      <a:srgbClr val="FFD068"/>
    </a:custClr>
    <a:custClr name="Yellow C">
      <a:srgbClr val="FFB24A"/>
    </a:custClr>
    <a:custClr name="Yellow D">
      <a:srgbClr val="FF9C29"/>
    </a:custClr>
    <a:custClr name="Yellow E">
      <a:srgbClr val="FF8E12"/>
    </a:custClr>
    <a:custClr name="Velvet A">
      <a:srgbClr val="9E4780"/>
    </a:custClr>
    <a:custClr name="Velvet B">
      <a:srgbClr val="802B73"/>
    </a:custClr>
    <a:custClr name="Velvet C">
      <a:srgbClr val="750D5C"/>
    </a:custClr>
    <a:custClr name="Velvet D">
      <a:srgbClr val="590A42"/>
    </a:custClr>
    <a:custClr name="Velvet E">
      <a:srgbClr val="42142E"/>
    </a:custClr>
    <a:custClr name="Red A">
      <a:srgbClr val="FF5770"/>
    </a:custClr>
    <a:custClr name="Red B">
      <a:srgbClr val="FF455E"/>
    </a:custClr>
    <a:custClr name="Red C">
      <a:srgbClr val="FF304D"/>
    </a:custClr>
    <a:custClr name="Red D">
      <a:srgbClr val="E30021"/>
    </a:custClr>
    <a:custClr name="Red E">
      <a:srgbClr val="A6001A"/>
    </a:custClr>
  </a:custClrLst>
  <a:extLst>
    <a:ext uri="{05A4C25C-085E-4340-85A3-A5531E510DB2}">
      <thm15:themeFamily xmlns:thm15="http://schemas.microsoft.com/office/thememl/2012/main" name="Présentation2" id="{B614630D-EAB2-4AEE-9B10-61779A605CFA}" vid="{9762EEFE-65E0-4043-A3C1-0D66179C3082}"/>
    </a:ext>
  </a:extLst>
</a:theme>
</file>

<file path=ppt/theme/theme2.xml><?xml version="1.0" encoding="utf-8"?>
<a:theme xmlns:a="http://schemas.openxmlformats.org/drawingml/2006/main" name="Tema do Office">
  <a:themeElements>
    <a:clrScheme name="Capgemini Invent">
      <a:dk1>
        <a:sysClr val="windowText" lastClr="000000"/>
      </a:dk1>
      <a:lt1>
        <a:srgbClr val="FFFFFF"/>
      </a:lt1>
      <a:dk2>
        <a:srgbClr val="2B143D"/>
      </a:dk2>
      <a:lt2>
        <a:srgbClr val="ECECEC"/>
      </a:lt2>
      <a:accent1>
        <a:srgbClr val="0070AD"/>
      </a:accent1>
      <a:accent2>
        <a:srgbClr val="12ABDB"/>
      </a:accent2>
      <a:accent3>
        <a:srgbClr val="2B143D"/>
      </a:accent3>
      <a:accent4>
        <a:srgbClr val="FF304C"/>
      </a:accent4>
      <a:accent5>
        <a:srgbClr val="95E616"/>
      </a:accent5>
      <a:accent6>
        <a:srgbClr val="00C37B"/>
      </a:accent6>
      <a:hlink>
        <a:srgbClr val="0070AD"/>
      </a:hlink>
      <a:folHlink>
        <a:srgbClr val="7E39BA"/>
      </a:folHlink>
    </a:clrScheme>
    <a:fontScheme name="Capgemini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apgemini Invent">
      <a:dk1>
        <a:sysClr val="windowText" lastClr="000000"/>
      </a:dk1>
      <a:lt1>
        <a:srgbClr val="FFFFFF"/>
      </a:lt1>
      <a:dk2>
        <a:srgbClr val="2B143D"/>
      </a:dk2>
      <a:lt2>
        <a:srgbClr val="ECECEC"/>
      </a:lt2>
      <a:accent1>
        <a:srgbClr val="0070AD"/>
      </a:accent1>
      <a:accent2>
        <a:srgbClr val="12ABDB"/>
      </a:accent2>
      <a:accent3>
        <a:srgbClr val="2B143D"/>
      </a:accent3>
      <a:accent4>
        <a:srgbClr val="FF304C"/>
      </a:accent4>
      <a:accent5>
        <a:srgbClr val="95E616"/>
      </a:accent5>
      <a:accent6>
        <a:srgbClr val="00C37B"/>
      </a:accent6>
      <a:hlink>
        <a:srgbClr val="0070AD"/>
      </a:hlink>
      <a:folHlink>
        <a:srgbClr val="7E39BA"/>
      </a:folHlink>
    </a:clrScheme>
    <a:fontScheme name="Capgemini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6D005C7-03E4-4069-A4FB-9A9D17E8A0A1}">
  <we:reference id="wa200000729" version="3.19.222.0" store="en-US" storeType="OMEX"/>
  <we:alternateReferences>
    <we:reference id="wa200000729" version="3.19.222.0" store="WA200000729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B22D8BD3CFDB4FA97F7FFB5B20D67B" ma:contentTypeVersion="6" ma:contentTypeDescription="Create a new document." ma:contentTypeScope="" ma:versionID="3001fd45323b027cee98a808d13b6870">
  <xsd:schema xmlns:xsd="http://www.w3.org/2001/XMLSchema" xmlns:xs="http://www.w3.org/2001/XMLSchema" xmlns:p="http://schemas.microsoft.com/office/2006/metadata/properties" xmlns:ns2="96eb671c-e47f-49d2-a7a0-749662bd431d" xmlns:ns3="343ca87f-bd50-417c-ae40-6ce31b694ced" targetNamespace="http://schemas.microsoft.com/office/2006/metadata/properties" ma:root="true" ma:fieldsID="38745b3a5ee05aef1cf554d41df93e58" ns2:_="" ns3:_="">
    <xsd:import namespace="96eb671c-e47f-49d2-a7a0-749662bd431d"/>
    <xsd:import namespace="343ca87f-bd50-417c-ae40-6ce31b694c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eb671c-e47f-49d2-a7a0-749662bd43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3ca87f-bd50-417c-ae40-6ce31b694ce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0E41EC-0E5A-4F11-B7F3-46BF9DB7614C}">
  <ds:schemaRefs>
    <ds:schemaRef ds:uri="http://purl.org/dc/terms/"/>
    <ds:schemaRef ds:uri="96eb671c-e47f-49d2-a7a0-749662bd431d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343ca87f-bd50-417c-ae40-6ce31b694ced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49BAE10-2A6E-4361-B45C-CEC0242AD4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613ECA-59A0-4698-AC3E-0225A7E01EBD}">
  <ds:schemaRefs>
    <ds:schemaRef ds:uri="343ca87f-bd50-417c-ae40-6ce31b694ced"/>
    <ds:schemaRef ds:uri="96eb671c-e47f-49d2-a7a0-749662bd431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bb5d96ea-ab39-44a0-a6d6-b6f0aac5958b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Capgemini-template-Master_2024</Template>
  <TotalTime>962</TotalTime>
  <Words>321</Words>
  <Application>Microsoft Office PowerPoint</Application>
  <PresentationFormat>Widescreen</PresentationFormat>
  <Paragraphs>53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Ubuntu</vt:lpstr>
      <vt:lpstr>Calibri</vt:lpstr>
      <vt:lpstr>Wingdings</vt:lpstr>
      <vt:lpstr>Ubuntu Medium</vt:lpstr>
      <vt:lpstr>Verdana</vt:lpstr>
      <vt:lpstr>Capgemini_2024</vt:lpstr>
      <vt:lpstr>Roopesh Saxena | Technical Architect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Tips Read me and delete me</dc:title>
  <dc:subject/>
  <dc:creator>Packirisami, Arun</dc:creator>
  <cp:lastModifiedBy>Roopesh Saxena</cp:lastModifiedBy>
  <cp:revision>46</cp:revision>
  <dcterms:created xsi:type="dcterms:W3CDTF">2024-02-19T09:51:48Z</dcterms:created>
  <dcterms:modified xsi:type="dcterms:W3CDTF">2026-06-09T15:28:02Z</dcterms:modified>
  <cp:category>Public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0x01010099B22D8BD3CFDB4FA97F7FFB5B20D67B</vt:lpwstr>
  </property>
  <property fmtid="{D5CDD505-2E9C-101B-9397-08002B2CF9AE}" pid="3" name="MediaServiceImageTags">
    <vt:lpwstr/>
  </property>
</Properties>
</file>